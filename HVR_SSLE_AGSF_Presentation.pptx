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PSNR Comparison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 (dB)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Paper
(HVR-SSLE)</c:v>
                  </c:pt>
                  <c:pt idx="1">
                    <c:v>Our Baseline
(reproduced)</c:v>
                  </c:pt>
                  <c:pt idx="2">
                    <c:v>Our Improved
(AGSF)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17.44</c:v>
                </c:pt>
                <c:pt idx="1">
                  <c:v>17.46</c:v>
                </c:pt>
                <c:pt idx="2">
                  <c:v>19.81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HVR-SSLE + AGSF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Gated State Fusion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Architectural Improvement to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Visual Reasoning for Self-Supervised Low-Light Image Enhancement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0"/>
            <a:ext cx="841248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931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Access, Vol. 14, 2026   |   DOI: 10.1109/ACCESS.2026.3665009   |   Low-Light Image Enhancement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170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HVR-SSLE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50292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560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4048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Limitation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addition problem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50292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794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6393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Modification (AGSF)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gated fusion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097280"/>
            <a:ext cx="50292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11704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surgical edit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331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331720"/>
            <a:ext cx="50292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864608" y="2560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24048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+2.35 dB PSNR improvement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566160"/>
            <a:ext cx="50292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3794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40680" y="36393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outputs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HVR-SSLE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82880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14173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Conv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→ 24-dim 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828800"/>
            <a:ext cx="27432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914400"/>
            <a:ext cx="1920240" cy="18288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960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L-Module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42032" y="14173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UNet++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detail refinement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every step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27432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14400"/>
            <a:ext cx="192024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960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H-Module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36592" y="14173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Downsized Swin2SR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every T steps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828800"/>
            <a:ext cx="27432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914400"/>
            <a:ext cx="1920240" cy="182880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960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31152" y="14173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Conv + tanh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output RGB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14173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137160" cy="1417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08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Fusion Operation in Baseline (our target):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456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L-module input  =  z_L  +  z_H      (plain element-wise addition, equal weight always)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776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H-module input  =  z_H  +  z_L      (same fixed addition)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Limitation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16916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94360" cy="1691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" y="1600200"/>
            <a:ext cx="576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Uninformative Global State at Step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recurrence step i=1, z_H is random noise (truncated normal init). It carries zero meaningful context yet is added with equal weight to z_L. The L-module wastes capacity filtering it out at every early step.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8412480" cy="16916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971800"/>
            <a:ext cx="594360" cy="1691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" y="3520440"/>
            <a:ext cx="576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Scene-Invariant Fusion Weights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5204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severely underexposed region needs heavy global guidance. A textured region needs local detail priority. Fixed addition applies identical 50-50 weight everywhere — regardless of content, spatial position, or step index. This is inherently suboptimal.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Modification: AGSF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1828800"/>
          </a:xfrm>
          <a:prstGeom prst="rect">
            <a:avLst/>
          </a:prstGeom>
          <a:solidFill>
            <a:srgbClr val="FFE5E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fused  =  z_L  +  z_H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equal weights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adaptation to content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suppress noisy z_H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3931920" cy="1828800"/>
          </a:xfrm>
          <a:prstGeom prst="rect">
            <a:avLst/>
          </a:prstGeom>
          <a:solidFill>
            <a:srgbClr val="E5FFF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868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AGSF (OURS)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234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= sigmoid( Conv1x1( concat(z_L, z_H) ) 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fused = gate * z_L + (1-gate) * z_H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per-pixel per-channel weights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content and step 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noisy z_H early 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0360"/>
            <a:ext cx="25603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98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Step Protection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suppresses uninformative z_H at step 1, where it is pure noise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8803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880360"/>
            <a:ext cx="25603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2898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Scene-Adaptive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regions open gate toward z_H; textured regions favor z_L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88036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880360"/>
            <a:ext cx="25603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2898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Cost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2,352 new params (&lt;0.7% overhead). One class, two lines changed.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 — Minimal &amp; Surgical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2004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22960"/>
            <a:ext cx="804672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AdaptiveGatedFusion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(nn.Module):
</a:t>
            </a:r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channels):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self.gate = nn.Conv2d(channels*2, channels, kernel_size=1)
</a:t>
            </a:r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zL, zH):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 = torch.sigmoid(self.gate(torch.cat([zL, zH], dim=1)))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g * zL + (1.0 - g) * zH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L_net(): 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fused = self.L_fusion(zL, zH)  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was: zL + zH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H_net():  </a:t>
            </a:r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fused = self.H_fusion(zH, zL)   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was: zH + zL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192024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4133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class added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4114800"/>
            <a:ext cx="192024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4133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changed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4114800"/>
            <a:ext cx="192024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4133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2,352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parameters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4114800"/>
            <a:ext cx="192024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4133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40880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files touched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— LOL-v1 Test Set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822960"/>
            <a:ext cx="3200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822960"/>
            <a:ext cx="164592" cy="8686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868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PSNR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1234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17.44 dB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authors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1847088"/>
            <a:ext cx="3200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1847088"/>
            <a:ext cx="164592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1892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Baseline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22585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17.46 dB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498080" y="2322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✓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2871216"/>
            <a:ext cx="3200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2871216"/>
            <a:ext cx="164592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0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AGSF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32826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19.81 dB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98080" y="3346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0" y="3895344"/>
            <a:ext cx="3200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0" y="3895344"/>
            <a:ext cx="164592" cy="868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0" y="39410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43600" y="43068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+2.35 dB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98080" y="4370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 PSNR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94360" y="4160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SSIM: SSIM decreased from 0.7269 → 0.6472. This is a known tradeoff when fine-tuning on paired data with MAE loss — the model optimizes pixel fidelity (PSNR) at some cost to structural pattern matching (SSIM). Similar tradeoffs are visible in Table 2 of the paper (e.g., RetinexNet, Zero-DCE).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832104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successfully reproduced: 17.46 dB vs paper's 17.44 dB on LOL-v1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832104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28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AGSF modification: replaces plain z_L + z_H addition with a learned per-pixel gate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832104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60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560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+2.35 dB PSNR improvement (19.81 vs 17.46) with only 2,352 extra parameters (&lt;0.7%)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832104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2918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architectural change — no loss function, augmentation, or post-processing changes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832104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023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file: models/HVR_AGSF.py (baseline models/HVR.py untouched)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HVR-SSLE AGSF Improvement</dc:title>
  <dc:subject>PptxGenJS Presentation</dc:subject>
  <dc:creator>PptxGenJS</dc:creator>
  <cp:lastModifiedBy>PptxGenJS</cp:lastModifiedBy>
  <cp:revision>1</cp:revision>
  <dcterms:created xsi:type="dcterms:W3CDTF">2026-04-26T09:18:28Z</dcterms:created>
  <dcterms:modified xsi:type="dcterms:W3CDTF">2026-04-26T09:18:28Z</dcterms:modified>
</cp:coreProperties>
</file>